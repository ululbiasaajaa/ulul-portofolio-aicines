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06B6D4"/>
                </a:solidFill>
              </a:defRPr>
            </a:pPr>
            <a:r>
              <a:t>AVAILABLE FOR FREELANCE PROJECT</a:t>
            </a:r>
          </a:p>
          <a:p>
            <a:pPr>
              <a:spcAft>
                <a:spcPts val="1000"/>
              </a:spcAft>
              <a:defRPr sz="4400" b="1">
                <a:solidFill>
                  <a:srgbClr val="F1F5F9"/>
                </a:solidFill>
              </a:defRPr>
            </a:pPr>
            <a:r>
              <a:t>Muhammad Ulul Albab</a:t>
            </a:r>
          </a:p>
          <a:p>
            <a:pPr>
              <a:spcAft>
                <a:spcPts val="2000"/>
              </a:spcAft>
              <a:defRPr sz="2000">
                <a:solidFill>
                  <a:srgbClr val="94A3B8"/>
                </a:solidFill>
              </a:defRPr>
            </a:pPr>
            <a:r>
              <a:t>Web Application Developer &amp; Full-Stack Enthusiast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Portofolio Profesional &amp; Rekam Jejak Solusi Digital Kustom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0"/>
              </a:spcAft>
              <a:defRPr sz="3200" b="1">
                <a:solidFill>
                  <a:srgbClr val="F1F5F9"/>
                </a:solidFill>
              </a:defRPr>
            </a:pPr>
            <a:r>
              <a:t>Keahlian &amp; Core Tech Stack</a:t>
            </a:r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t>• Frontend Architecture</a:t>
            </a:r>
          </a:p>
          <a:p>
            <a:pPr>
              <a:spcAft>
                <a:spcPts val="1500"/>
              </a:spcAft>
              <a:defRPr sz="1400">
                <a:solidFill>
                  <a:srgbClr val="94A3B8"/>
                </a:solidFill>
              </a:defRPr>
            </a:pPr>
            <a:r>
              <a:t>   HTML5, CSS3, Modern JavaScript (ES6+), Tailwind CSS, dan desain UI/UX responsif yang bersih.</a:t>
            </a:r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t>• Web Application &amp; Dashboard</a:t>
            </a:r>
          </a:p>
          <a:p>
            <a:pPr>
              <a:spcAft>
                <a:spcPts val="1500"/>
              </a:spcAft>
              <a:defRPr sz="1400">
                <a:solidFill>
                  <a:srgbClr val="94A3B8"/>
                </a:solidFill>
              </a:defRPr>
            </a:pPr>
            <a:r>
              <a:t>   Pengembangan sistem manajemen data, kalkulator parameter fungsional, dan panel kontrol interaktif.</a:t>
            </a:r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t>• Backend &amp; Database</a:t>
            </a:r>
          </a:p>
          <a:p>
            <a:pPr>
              <a:spcAft>
                <a:spcPts val="1500"/>
              </a:spcAft>
              <a:defRPr sz="1400">
                <a:solidFill>
                  <a:srgbClr val="94A3B8"/>
                </a:solidFill>
              </a:defRPr>
            </a:pPr>
            <a:r>
              <a:t>   Integrasi database terstruktur, manajemen endpoint, dan arsitektur logika program yang efisien.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200" b="1">
                <a:solidFill>
                  <a:srgbClr val="F1F5F9"/>
                </a:solidFill>
              </a:defRPr>
            </a:pPr>
            <a:r>
              <a:t>Featured Project: Clinical Suite Dashboard</a:t>
            </a:r>
          </a:p>
          <a:p>
            <a:pPr>
              <a:spcAft>
                <a:spcPts val="2000"/>
              </a:spcAft>
              <a:defRPr sz="1800">
                <a:solidFill>
                  <a:srgbClr val="06B6D4"/>
                </a:solidFill>
              </a:defRPr>
            </a:pPr>
            <a:r>
              <a:t>Sistem Manajemen &amp; Kalkulator Parameter Medis Fungsional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✓ Aplikasi web interaktif dengan fitur pencatatan data dan parameter terstruktur.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✓ Dilengkapi kalkulator parameter otomatis untuk akurasi perhitungan.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✓ Antarmuka bersih, responsif, dan dirancang untuk efisiensi alur kerja operasional.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200" b="1">
                <a:solidFill>
                  <a:srgbClr val="F1F5F9"/>
                </a:solidFill>
              </a:defRPr>
            </a:pPr>
            <a:r>
              <a:t>Featured Project: Sales &amp; Warehouse Tracker</a:t>
            </a:r>
          </a:p>
          <a:p>
            <a:pPr>
              <a:spcAft>
                <a:spcPts val="2000"/>
              </a:spcAft>
              <a:defRPr sz="1800">
                <a:solidFill>
                  <a:srgbClr val="06B6D4"/>
                </a:solidFill>
              </a:defRPr>
            </a:pPr>
            <a:r>
              <a:t>Aplikasi Website Laporan Penjualan Realtime &amp; Gudang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✓ Rekapitulasi transaksi terpusat lintas platform penjualan digital.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✓ Manajemen stok gudang otomatis (stok terpantau secara real-time).</a:t>
            </a:r>
          </a:p>
          <a:p>
            <a:pPr>
              <a:spcAft>
                <a:spcPts val="1000"/>
              </a:spcAft>
              <a:defRPr sz="1500">
                <a:solidFill>
                  <a:srgbClr val="94A3B8"/>
                </a:solidFill>
              </a:defRPr>
            </a:pPr>
            <a:r>
              <a:t>✓ Dashboard laporan penjualan dan visualisasi data yang memudahkan pemantauan bisnis.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3600" b="1">
                <a:solidFill>
                  <a:srgbClr val="F1F5F9"/>
                </a:solidFill>
              </a:defRPr>
            </a:pPr>
            <a:r>
              <a:t>Tertarik Bekerjasama?</a:t>
            </a:r>
          </a:p>
          <a:p>
            <a:pPr>
              <a:spcAft>
                <a:spcPts val="3500"/>
              </a:spcAft>
              <a:defRPr sz="1600">
                <a:solidFill>
                  <a:srgbClr val="94A3B8"/>
                </a:solidFill>
              </a:defRPr>
            </a:pPr>
            <a:r>
              <a:t>Mari diskusikan kebutuhan proyek, pembuatan aplikasi custom, atau pengembangan sistem digital Anda bersama saya.</a:t>
            </a:r>
          </a:p>
          <a:p>
            <a:pPr>
              <a:defRPr sz="2200" b="1">
                <a:solidFill>
                  <a:srgbClr val="10B981"/>
                </a:solidFill>
              </a:defRPr>
            </a:pPr>
            <a:r>
              <a:t>📱 WhatsApp: +62 895-4147-81707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