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2011680"/>
            <a:ext cx="137160" cy="2926080"/>
          </a:xfrm>
          <a:prstGeom prst="rect">
            <a:avLst/>
          </a:prstGeom>
          <a:solidFill>
            <a:srgbClr val="06B6D4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828800"/>
            <a:ext cx="10058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</a:defRPr>
            </a:pPr>
            <a:r>
              <a:t>AVAILABLE FOR FREELANCE &amp; COLLABORATION</a:t>
            </a:r>
          </a:p>
          <a:p>
            <a:pPr>
              <a:defRPr sz="4400" b="1">
                <a:solidFill>
                  <a:srgbClr val="F8FAFC"/>
                </a:solidFill>
              </a:defRPr>
            </a:pPr>
            <a:r>
              <a:t>Muhammad Ulul Albab</a:t>
            </a:r>
          </a:p>
          <a:p>
            <a:pPr>
              <a:defRPr sz="2200">
                <a:solidFill>
                  <a:srgbClr val="94A3B8"/>
                </a:solidFill>
              </a:defRPr>
            </a:pPr>
            <a:r>
              <a:t>Fullstack &amp; AI Application Developer</a:t>
            </a:r>
          </a:p>
          <a:p>
            <a:pPr>
              <a:defRPr sz="1400" i="1">
                <a:solidFill>
                  <a:srgbClr val="06B6D4"/>
                </a:solidFill>
              </a:defRPr>
            </a:pPr>
            <a:r>
              <a:t>Perpaduan Ketelitian Analisis Farmasi &amp; Rekayasa Perangkat Lunak Modern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PROFIL PROFESIONAL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Tentang Saya &amp; Latar Belakang Analitis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800">
                <a:solidFill>
                  <a:srgbClr val="06B6D4"/>
                </a:solidFill>
              </a:defRPr>
            </a:pPr>
            <a:r>
              <a:t>Pendidikan &amp; Fondasi Eksakta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• Universitas Pakuan — Program Studi Farmasi</a:t>
            </a:r>
          </a:p>
          <a:p>
            <a:br/>
            <a:pPr>
              <a:defRPr sz="1300">
                <a:solidFill>
                  <a:srgbClr val="94A3B8"/>
                </a:solidFill>
              </a:defRPr>
            </a:pPr>
            <a:r>
              <a:t>Latar belakang Farmasi membentuk ketelitian tinggi, logika eksploratif, serta pola pikir analitis eksakta yang kuat dalam memecahkan masalah kompleks.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800">
                <a:solidFill>
                  <a:srgbClr val="F43F5E"/>
                </a:solidFill>
              </a:defRPr>
            </a:pPr>
            <a:r>
              <a:t>Transisi Ke Software Engineering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Fokus pada pembentukan arsitektur sistem yang bersih, efisien, dan siap pakai di lingkungan cloud.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Menguasai pemecahan masalah teknis end-to-end: dari profil memori PyTorch/Docker hingga optimasi database.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Komitmen pada pembelajaran berkelanjutan tanpa ragu menghadapi tantangan teknologi baru.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TECHNICAL STACK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Keahlian &amp; Ekosistem Teknologi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b="1" sz="1600">
                <a:solidFill>
                  <a:srgbClr val="06B6D4"/>
                </a:solidFill>
              </a:defRPr>
            </a:pPr>
            <a:r>
              <a:t>Frontend &amp; Mobile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React, React Native, Expo, Tailwind CSS, Vite, HTML/JS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b="1" sz="1600">
                <a:solidFill>
                  <a:srgbClr val="F43F5E"/>
                </a:solidFill>
              </a:defRPr>
            </a:pPr>
            <a:r>
              <a:t>Backend &amp; API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FastAPI (Python), Laravel 11 (PHP), Node.js / Express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31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b="1" sz="1600">
                <a:solidFill>
                  <a:srgbClr val="8B5CF6"/>
                </a:solidFill>
              </a:defRPr>
            </a:pPr>
            <a:r>
              <a:t>AI &amp; Data Intelligence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Gemini RAG API, PyTorch, SentenceTransformers, pgvector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3931920"/>
            <a:ext cx="5212080" cy="201168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Database &amp; Cloud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PostgreSQL, MySQL, Firebase Firestore, SQLite, Docker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FEATURED AI PROJECT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ScentDNA — AI Fragrance Discovery Engine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defRPr b="1" sz="1800">
                <a:solidFill>
                  <a:srgbClr val="F43F5E"/>
                </a:solidFill>
              </a:defRPr>
            </a:pPr>
            <a:r>
              <a:t>Mesin Rekomendasi Aroma Vector Search &amp; RAG AI (Dockerized)</a:t>
            </a:r>
          </a:p>
          <a:p>
            <a:pPr>
              <a:defRPr sz="1200" b="1">
                <a:solidFill>
                  <a:srgbClr val="06B6D4"/>
                </a:solidFill>
              </a:defRPr>
            </a:pPr>
            <a:r>
              <a:t>Tech Stack: FastAPI (Python), PyTorch, SentenceTransformers, pgvector (PostgreSQL), Docker, Gemini 2.5 Flash API</a:t>
            </a:r>
            <a:br/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✓  Semantic Vector Search: Menggunakan pembacaan kemiripan kosinus (&lt;=&gt;) berbasis pgvector PostgreSQL.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✓  RAG Gemini Consultant: Rekomendasi kontekstual terstruktur dari hasil pencarian vektor produk.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✓  Singleton Pattern (Dependency Injection): Restrukturisasi lifespan FastAPI untuk hemat alokasi RAM.</a:t>
            </a:r>
          </a:p>
          <a:p>
            <a:pPr>
              <a:defRPr sz="1300">
                <a:solidFill>
                  <a:srgbClr val="F8FAFC"/>
                </a:solidFill>
              </a:defRPr>
            </a:pPr>
            <a:r>
              <a:t>✓  Memory Hardening: Optimasi PyTorch CPU single-threading &amp; garbage collection aktif untuk stabilitas cloud deployment.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FEATURED AI PROJECTS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AI Solutions: PodLearn AI &amp; Telegram Assistant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8B5CF6"/>
                </a:solidFill>
              </a:defRPr>
            </a:pPr>
            <a:r>
              <a:t>PodLearn AI — Podcast &amp; Quiz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Mengubah file PDF/teks menjadi audio podcast 2 orang (Host &amp; Expert) secara otomatis.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Integrasi Gemini AI untuk naskah dialog.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Microsoft Edge Neural TTS multi-suara.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FFmpeg Concat untuk penggabungan audio.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Generator 10 kuis evaluasi interaktif.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8B5CF6"/>
                </a:solidFill>
              </a:defRPr>
            </a:pPr>
            <a:r>
              <a:t>Telegram AI Assistant (Live 24/7)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Bot Telegram personal cerdas yang aktif 24/7 di cloud server tanpa henti.</a:t>
            </a:r>
            <a:br/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Model LLM Llama-3.3 70B via Groq API.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Respon cerdas multibahasa real-time.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System prompt kustom untuk persona unik.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Deployed 24/7 di Railway Cloud.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FUNCTIONAL SYSTEMS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Mobile &amp; Web Dashboard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F97316"/>
                </a:solidFill>
              </a:defRPr>
            </a:pPr>
            <a:r>
              <a:t>LDR Anchor (React Native App)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Aplikasi mobile Android khusus pasangan jarak jauh (LDR).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Fitur Mood sharing real-time &amp; pelukan virtual interaktif.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Integrasi FCM V1 Push Notification via Expo.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Firebase Firestore &amp; Auth backend integration.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06B6D4"/>
                </a:solidFill>
              </a:defRPr>
            </a:pPr>
            <a:r>
              <a:t>Clinical Suite Dashboard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Sistem rekapitulasi data medis &amp; manajemen klinis.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Kalkulator parameter medis fungsional otomatis.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Antarmuka bersih &amp; presisi tinggi berbasis Tailwind.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Dirancang khusus untuk efisiensi operasional medis.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7286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6B6D4"/>
                </a:solidFill>
                <a:latin typeface="Arial"/>
              </a:defRPr>
            </a:pPr>
            <a:r>
              <a:t>WEB APPLICATIONS</a:t>
            </a:r>
          </a:p>
          <a:p>
            <a:pPr>
              <a:defRPr sz="2600" b="1">
                <a:solidFill>
                  <a:srgbClr val="F8FAFC"/>
                </a:solidFill>
                <a:latin typeface="Arial"/>
              </a:defRPr>
            </a:pPr>
            <a:r>
              <a:t>Enterprise Serverless &amp; Laravel Systems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0284C7"/>
                </a:solidFill>
              </a:defRPr>
            </a:pPr>
            <a:r>
              <a:t>Cloud Inventory System (Serverless)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Sistem inventaris berbasis Google Apps Script.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Concurrency Protection via LockService.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Role-Based Access Control (RBAC) &amp; Anti-XSS.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Audit Trail log &amp; snapshot auto-backup ke Drive.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217920" y="1645920"/>
            <a:ext cx="52120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274320"/>
          <a:lstStyle/>
          <a:p>
            <a:pPr algn="ctr">
              <a:defRPr b="1" sz="1600">
                <a:solidFill>
                  <a:srgbClr val="10B981"/>
                </a:solidFill>
              </a:defRPr>
            </a:pPr>
            <a:r>
              <a:t>Domain Explorer (Laravel 11)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Aplikasi manajemen domain berbasis Laravel 11.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Arsitektur MVC bersih dengan Blade views.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Penggunaan SQLite database untuk performa ringan.</a:t>
            </a:r>
          </a:p>
          <a:p>
            <a:pPr>
              <a:defRPr sz="1200">
                <a:solidFill>
                  <a:srgbClr val="F8FAFC"/>
                </a:solidFill>
              </a:defRPr>
            </a:pPr>
            <a:r>
              <a:t>• Database Migrations &amp; Seeders otomatis.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E293B"/>
          </a:solidFill>
          <a:ln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457200"/>
          <a:lstStyle/>
          <a:p>
            <a:pPr algn="ctr">
              <a:defRPr b="1" sz="2800">
                <a:solidFill>
                  <a:srgbClr val="06B6D4"/>
                </a:solidFill>
              </a:defRPr>
            </a:pPr>
            <a:r>
              <a:t>Mari Berkolaborasi!</a:t>
            </a:r>
          </a:p>
          <a:p>
            <a:pPr>
              <a:defRPr sz="1400">
                <a:solidFill>
                  <a:srgbClr val="F8FAFC"/>
                </a:solidFill>
              </a:defRPr>
            </a:pPr>
            <a:r>
              <a:t>Terbuka untuk proyek freelance, pengembangan sistem kustom, maupun posisi software engineer.</a:t>
            </a:r>
            <a:br/>
          </a:p>
          <a:p>
            <a:pPr>
              <a:defRPr sz="1500">
                <a:solidFill>
                  <a:srgbClr val="94A3B8"/>
                </a:solidFill>
              </a:defRPr>
            </a:pPr>
            <a:r>
              <a:t>📱 WhatsApp : +62 895-4147-81707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✉️ Email    : ulula2812@gmail.com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🌐 Portofolio: scentdna-5646.vercel.app</a:t>
            </a:r>
          </a:p>
          <a:p>
            <a:pPr>
              <a:defRPr sz="1500">
                <a:solidFill>
                  <a:srgbClr val="94A3B8"/>
                </a:solidFill>
              </a:defRPr>
            </a:pPr>
            <a:r>
              <a:t>📍 Lokasi   : Bogor, Jawa Barat, Indonesia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