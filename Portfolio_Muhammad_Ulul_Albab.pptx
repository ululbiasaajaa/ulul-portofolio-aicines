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AVAILABLE FOR FREELANCE &amp; COLLABORATION</a:t>
            </a:r>
          </a:p>
          <a:p>
            <a:pPr>
              <a:defRPr sz="4400" b="1">
                <a:solidFill>
                  <a:srgbClr val="F8FAFC"/>
                </a:solidFill>
              </a:defRPr>
            </a:pPr>
            <a:r>
              <a:t>Muhammad Ulul Albab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Fullstack &amp; AI Application Developer</a:t>
            </a:r>
          </a:p>
          <a:p>
            <a:pPr>
              <a:defRPr sz="1400" i="1">
                <a:solidFill>
                  <a:srgbClr val="06B6D4"/>
                </a:solidFill>
              </a:defRPr>
            </a:pPr>
            <a:r>
              <a:t>Perpaduan Ketelitian Analisis Farmasi &amp; Rekayasa Perangkat Lunak Modern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PROFIL PROFESIONAL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Tentang Saya &amp; Latar Belakang Analitis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800">
                <a:solidFill>
                  <a:srgbClr val="06B6D4"/>
                </a:solidFill>
              </a:defRPr>
            </a:pPr>
            <a:r>
              <a:t>Pendidikan &amp; Fondasi Eksakta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Universitas Pakuan — Program Studi Farmasi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Latar belakang Farmasi membentuk ketelitian tinggi, logika eksploratif, serta pola pikir analitis eksakta yang kuat dalam memecahkan masalah kompleks.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800">
                <a:solidFill>
                  <a:srgbClr val="F43F5E"/>
                </a:solidFill>
              </a:defRPr>
            </a:pPr>
            <a:r>
              <a:t>Transisi Ke Software Engineering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Fokus pada pembentukan arsitektur sistem yang bersih, efisien, dan siap pakai di lingkungan cloud.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Menguasai pemecahan masalah teknis end-to-end: dari profil memori PyTorch/Docker hingga optimasi database.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Komitmen pada pembelajaran berkelanjutan tanpa ragu menghadapi tantangan teknologi baru.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TECHNICAL STACK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Keahlian &amp; Ekosistem Teknologi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Frontend &amp; Mobile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React, React Native, Expo SDK 54, Tailwind CSS, Vite, HTML/JS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600">
                <a:solidFill>
                  <a:srgbClr val="F43F5E"/>
                </a:solidFill>
              </a:defRPr>
            </a:pPr>
            <a:r>
              <a:t>Backend &amp; API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FastAPI (Python), Laravel 11 (PHP), Node.js / Express, Firebase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600">
                <a:solidFill>
                  <a:srgbClr val="8B5CF6"/>
                </a:solidFill>
              </a:defRPr>
            </a:pPr>
            <a:r>
              <a:t>AI &amp; Data Intelligence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Gemini RAG API, PyTorch, SentenceTransformers, pgvector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Database &amp; Cloud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PostgreSQL, MySQL, Firebase Firestore, SQLite, Docker, Vercel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FEATURED ENTERPRISE &amp; MOBILE 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SchoolCom — School Management &amp; Communication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800">
                <a:solidFill>
                  <a:srgbClr val="2563EB"/>
                </a:solidFill>
              </a:defRPr>
            </a:pPr>
            <a:r>
              <a:t>Sistem Pengelolaan &amp; Komunikasi Sekolah Terpadu 3 Peran (Android &amp; Web)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Tech Stack: React Native (Expo SDK 54), Firebase Firestore/Auth, React, Vite, Tailwind CSS v4, Vercel</a:t>
            </a:r>
            <a:br/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 Role-Based Architecture (RBAC): Tiga antarmuka terpisah khusus untuk Admin Sekolah, Guru Kelas, dan Orang Tua.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 Module Auditability: 40 modul teraudit mencakup presensi harian batch, penginputan nilai rapor, &amp; rekapitulasi.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 Parent-Child Scoping: Transparansi pemantauan kehadiran dan catatan insiden/perilaku siswa secara aman.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 Landing Page &amp; Conversion: Landing page khusus Vercel terintegrasi ke WhatsApp (+62895414781707) untuk permintaan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FEATURED AI 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ScentDNA — AI Fragrance Discovery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800">
                <a:solidFill>
                  <a:srgbClr val="F43F5E"/>
                </a:solidFill>
              </a:defRPr>
            </a:pPr>
            <a:r>
              <a:t>Mesin Rekomendasi Aroma Vector Search &amp; RAG AI (Dockerized)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Tech Stack: FastAPI (Python), PyTorch, SentenceTransformers, pgvector (PostgreSQL), Docker, Gemini 2.5 Flash API</a:t>
            </a:r>
            <a:br/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 Semantic Vector Search: Menggunakan pembacaan kemiripan kosinus (&lt;=&gt;) berbasis pgvector PostgreSQL.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 RAG Gemini Consultant: Rekomendasi kontekstual terstruktur dari hasil pencarian vektor produk.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 Singleton Pattern (Dependency Injection): Restrukturisasi lifespan FastAPI untuk hemat alokasi RAM.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 Memory Hardening: Optimasi PyTorch CPU single-threading &amp; garbage collection aktif untuk stabilitas cloud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FEATURED AI PROJECTS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AI Solutions: PodLearn AI &amp; Telegram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8B5CF6"/>
                </a:solidFill>
              </a:defRPr>
            </a:pPr>
            <a:r>
              <a:t>PodLearn AI — Podcast &amp; Quiz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Mengubah file PDF/teks menjadi audio podcast 2 orang (Host &amp; Expert) secara otomatis.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Integrasi Gemini AI untuk naskah dialog.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Microsoft Edge Neural TTS multi-suara.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FFmpeg Concat untuk penggabungan audio.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Generator 10 kuis evaluasi interaktif.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8B5CF6"/>
                </a:solidFill>
              </a:defRPr>
            </a:pPr>
            <a:r>
              <a:t>Telegram AI Assistant (Live 24/7)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Bot Telegram personal cerdas yang aktif 24/7 di cloud server tanpa henti.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Model LLM Llama-3.3 70B via Groq API.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Respon cerdas multibahasa real-time.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System prompt kustom untuk persona unik.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Deployed 24/7 di Railway Cloud.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FUNCTIONAL SYSTEMS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Mobile &amp; Web Dashboard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F97316"/>
                </a:solidFill>
              </a:defRPr>
            </a:pPr>
            <a:r>
              <a:t>LDR Anchor (React Native App)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Aplikasi mobile Android khusus pasangan jarak jauh (LDR).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Fitur Mood sharing real-time &amp; pelukan virtual interaktif.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Integrasi FCM V1 Push Notification via Expo.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Firebase Firestore &amp; Auth backend integration.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Clinical Suite Dashboard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Sistem rekapitulasi data medis &amp; manajemen klinis.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Kalkulator parameter medis fungsional otomatis.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Antarmuka bersih &amp; presisi tinggi berbasis Tailwind.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Dirancang khusus untuk efisiensi operasional medis.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WEB APPLICATIONS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Enterprise Serverless &amp; Laravel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0284C7"/>
                </a:solidFill>
              </a:defRPr>
            </a:pPr>
            <a:r>
              <a:t>Cloud Inventory System (Serverless)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Sistem inventaris berbasis Google Apps Script.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Concurrency Protection via LockService.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Role-Based Access Control (RBAC) &amp; Anti-XSS.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Audit Trail log &amp; snapshot auto-backup ke Drive.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Domain Explorer (Laravel 11)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Aplikasi manajemen domain berbasis Laravel 11.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Arsitektur MVC bersih dengan Blade views.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Penggunaan SQLite database untuk performa ringan.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Database Migrations &amp; Seeders otomatis.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defRPr b="1" sz="2800">
                <a:solidFill>
                  <a:srgbClr val="06B6D4"/>
                </a:solidFill>
              </a:defRPr>
            </a:pPr>
            <a:r>
              <a:t>Mari Berkolaborasi!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Terbuka untuk proyek freelance, pengembangan sistem kustom, maupun posisi software engineer.</a:t>
            </a:r>
            <a:br/>
          </a:p>
          <a:p>
            <a:pPr>
              <a:defRPr sz="1500">
                <a:solidFill>
                  <a:srgbClr val="94A3B8"/>
                </a:solidFill>
              </a:defRPr>
            </a:pPr>
            <a:r>
              <a:t>📱 WhatsApp : +62 895-4147-81707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✉️ Email    : ulula2812@gmail.com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🌐 Portofolio: https://ulul-portofolio-3odd.vercel.app/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📍 Lokasi   : Bogor, Jawa Barat,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